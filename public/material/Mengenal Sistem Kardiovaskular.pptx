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F4FF3D-A036-4260-921A-8E151E66B17E}">
  <a:tblStyle styleId="{50F4FF3D-A036-4260-921A-8E151E66B1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ExtraBold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10" Type="http://schemas.openxmlformats.org/officeDocument/2006/relationships/image" Target="../media/image7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11" Type="http://schemas.openxmlformats.org/officeDocument/2006/relationships/image" Target="../media/image34.png"/><Relationship Id="rId10" Type="http://schemas.openxmlformats.org/officeDocument/2006/relationships/image" Target="../media/image29.png"/><Relationship Id="rId12" Type="http://schemas.openxmlformats.org/officeDocument/2006/relationships/image" Target="../media/image30.png"/><Relationship Id="rId9" Type="http://schemas.openxmlformats.org/officeDocument/2006/relationships/image" Target="../media/image38.png"/><Relationship Id="rId5" Type="http://schemas.openxmlformats.org/officeDocument/2006/relationships/image" Target="../media/image28.png"/><Relationship Id="rId6" Type="http://schemas.openxmlformats.org/officeDocument/2006/relationships/image" Target="../media/image45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10" Type="http://schemas.openxmlformats.org/officeDocument/2006/relationships/image" Target="../media/image39.png"/><Relationship Id="rId9" Type="http://schemas.openxmlformats.org/officeDocument/2006/relationships/image" Target="../media/image41.png"/><Relationship Id="rId5" Type="http://schemas.openxmlformats.org/officeDocument/2006/relationships/image" Target="../media/image16.png"/><Relationship Id="rId6" Type="http://schemas.openxmlformats.org/officeDocument/2006/relationships/image" Target="../media/image32.png"/><Relationship Id="rId7" Type="http://schemas.openxmlformats.org/officeDocument/2006/relationships/image" Target="../media/image50.png"/><Relationship Id="rId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2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85598" y="3085207"/>
            <a:ext cx="6420802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Mengenal Sistem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 Kardiovaskular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24250" y="4879478"/>
            <a:ext cx="5143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"Langkah Awal Menjaga Kesehatan Jantung"</a:t>
            </a:r>
            <a:endParaRPr/>
          </a:p>
        </p:txBody>
      </p:sp>
      <p:pic>
        <p:nvPicPr>
          <p:cNvPr descr="background nya jadiin putih aja plis" id="87" name="Google Shape;87;p13"/>
          <p:cNvPicPr preferRelativeResize="0"/>
          <p:nvPr/>
        </p:nvPicPr>
        <p:blipFill rotWithShape="1">
          <a:blip r:embed="rId4">
            <a:alphaModFix/>
          </a:blip>
          <a:srcRect b="26643" l="27577" r="24892" t="29752"/>
          <a:stretch/>
        </p:blipFill>
        <p:spPr>
          <a:xfrm>
            <a:off x="5203025" y="1331325"/>
            <a:ext cx="1785949" cy="16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 rot="-8099864">
            <a:off x="9253675" y="-1672755"/>
            <a:ext cx="5374789" cy="401396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 rot="-8099887">
            <a:off x="7128233" y="1872091"/>
            <a:ext cx="6441389" cy="3220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 rot="-8099864">
            <a:off x="-3121150" y="5328570"/>
            <a:ext cx="5374789" cy="401396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rot="-8099887">
            <a:off x="-2087592" y="5494316"/>
            <a:ext cx="6441389" cy="3220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3492400" cy="24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552575"/>
            <a:ext cx="3492550" cy="24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552575"/>
            <a:ext cx="3492400" cy="24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79888"/>
            <a:ext cx="34924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4179888"/>
            <a:ext cx="34925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9100" y="1981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19812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6975" y="19812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9100" y="460851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7251" y="460851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71500"/>
            <a:ext cx="11401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Apa yang Akan Kita Pelajari?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627614" y="2667000"/>
            <a:ext cx="13801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Pengertian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52500" y="3143250"/>
            <a:ext cx="2730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Memahami apa itu sistem kardiovaskular secara mendasar.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230743" y="2667000"/>
            <a:ext cx="17302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Fungsi Utama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730650" y="3143250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Mengetahui peran vital sistem ini bagi kelangsungan hidup.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844022" y="2667000"/>
            <a:ext cx="20602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Organ Penyusun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508950" y="3143250"/>
            <a:ext cx="2730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Mengenal jantung, pembuluh darah, dan darah itu sendiri.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377582" y="5294313"/>
            <a:ext cx="188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Alur Peredaran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52500" y="5770563"/>
            <a:ext cx="273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Memahami bagaimana darah berkeliling di dalam tubuh kita.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985712" y="5294313"/>
            <a:ext cx="222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Pentingnya Sehat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571900" y="5770563"/>
            <a:ext cx="2954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Menyadari cara menjaga kesehatan jantung sejak usia dini.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 rot="-5399877">
            <a:off x="7687132" y="3005727"/>
            <a:ext cx="8403600" cy="321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 rot="-5399877">
            <a:off x="-3898868" y="3268052"/>
            <a:ext cx="8403600" cy="321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41351"/>
            <a:ext cx="5238750" cy="3356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693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298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7278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Jaringan Transportasi Tubuh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 rot="-5399863">
            <a:off x="7656363" y="1256008"/>
            <a:ext cx="7507500" cy="401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2461319"/>
            <a:ext cx="52387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 kardiovaskular adalah sistem "logistik" dalam tubuh yang bertugas mengedarkan darah ke setiap inci sel tubuh Anda.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000125" y="3748831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Mengantar oksigen &amp; nutrisi untuk energi.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00125" y="4291756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Membawa sisa metabolisme untuk dibuang.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000125" y="4834681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Bekerja tanpa henti 24 jam sehari.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2241351"/>
            <a:ext cx="5238750" cy="3356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7450"/>
            <a:ext cx="34924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57450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57450"/>
            <a:ext cx="34924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9100" y="2886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28860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02700" y="28860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787634" y="3571875"/>
            <a:ext cx="10601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Jantung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52500" y="4048125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Pompa otot yang berdetak ~100.000 kali per hari untuk mendorong darah.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055721" y="3571875"/>
            <a:ext cx="20802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Pembuluh Darah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730650" y="404812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Arteri (keluar), Vena (masuk), dan Kapiler (tempat pertukaran zat).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489102" y="3571875"/>
            <a:ext cx="7700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Darah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508950" y="4048125"/>
            <a:ext cx="2730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Cairan pengangkut oksigen, nutrisi, hormon, dan sel imun.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 rot="-10799845">
            <a:off x="-505634" y="5894600"/>
            <a:ext cx="13347900" cy="401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Tiga Komponen Kehidupan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Fungsi Utama Bagi Tubuh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 rot="-10799845">
            <a:off x="-577950" y="1537586"/>
            <a:ext cx="13347900" cy="446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 rot="-10799820">
            <a:off x="372600" y="1906450"/>
            <a:ext cx="11446800" cy="373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3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11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591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663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3511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3591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1000125" y="262562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Sirkulasi Oksigen: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Memastikan otak dan otot dapat terus bekerja.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00125" y="347335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Distribusi Nutrisi: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Mengirimkan sari makanan ke seluruh sel.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00125" y="432107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Suhu Tubuh: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Menjaga panas tubuh tetap stabil &amp; merata.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715125" y="262562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Transportasi Hormon: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Mengirim instruksi kimia ke organ target.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715125" y="347335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Kekebalan Tubuh: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Membawa sel darah putih melawan infeksi.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15125" y="432107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Pembuangan Sisa: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Membawa CO2 ke paru-paru untuk dibuang.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3387"/>
            <a:ext cx="243066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1703387"/>
            <a:ext cx="243066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10" y="3247237"/>
            <a:ext cx="243066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44191" y="3247237"/>
            <a:ext cx="243066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10630" y="19319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4260" y="193198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91591" y="34758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83321" y="34758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Bagaimana Darah Mengalir?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30760" y="2189162"/>
            <a:ext cx="211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Jantung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81050" y="2474912"/>
            <a:ext cx="201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Darah dipompa keluar.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3603441" y="2189162"/>
            <a:ext cx="211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Paru-paru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3653730" y="2474912"/>
            <a:ext cx="201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Ambil Oksigen baru.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730771" y="3733012"/>
            <a:ext cx="211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Seluruh Tubuh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781060" y="4018762"/>
            <a:ext cx="201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Nutrisi disalurkan.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603452" y="3733012"/>
            <a:ext cx="211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Kembali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3653741" y="4018762"/>
            <a:ext cx="201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Masuk jantung lagi.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 rot="5400155">
            <a:off x="2374954" y="1320036"/>
            <a:ext cx="13347900" cy="446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18"/>
          <p:cNvPicPr preferRelativeResize="0"/>
          <p:nvPr/>
        </p:nvPicPr>
        <p:blipFill rotWithShape="1">
          <a:blip r:embed="rId12">
            <a:alphaModFix/>
          </a:blip>
          <a:srcRect b="0" l="40596" r="40289" t="0"/>
          <a:stretch/>
        </p:blipFill>
        <p:spPr>
          <a:xfrm>
            <a:off x="7063050" y="1703375"/>
            <a:ext cx="3926351" cy="44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Kenapa Jantung Begitu Penting?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 rot="-10799812">
            <a:off x="600550" y="1787000"/>
            <a:ext cx="10990800" cy="4144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571500" y="5500389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C232"/>
                </a:solidFill>
                <a:latin typeface="Lato"/>
                <a:ea typeface="Lato"/>
                <a:cs typeface="Lato"/>
                <a:sym typeface="Lato"/>
              </a:rPr>
              <a:t>Gumpalan atau hambatan kecil saja bisa berakibat fatal bagi organ vital seperti otak.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1809750" y="2157561"/>
            <a:ext cx="8572500" cy="2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"Bayangkan sistem kardiovaskular seperti jaringan jalan raya utama. Jika jalan macet atau rusak, distribusi barang ke seluruh kota akan lumpuh. Begitu pula tubuh kita tanpa aliran darah yang lancar."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633912" y="4973899"/>
            <a:ext cx="29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1C232"/>
                </a:solidFill>
                <a:latin typeface="Lato"/>
                <a:ea typeface="Lato"/>
                <a:cs typeface="Lato"/>
                <a:sym typeface="Lato"/>
              </a:rPr>
              <a:t>— Analogi Kesehatan Jantung</a:t>
            </a:r>
            <a:endParaRPr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71500" y="3114675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E11D4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100rb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4448175"/>
            <a:ext cx="4419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Kilometer Panjang Pembuluh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37422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2100" y="428520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2100" y="4828133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Fakta Unik yang Menakjubkan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372100" y="2506116"/>
            <a:ext cx="6819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Tahukah Kamu?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5372100" y="2782341"/>
            <a:ext cx="6629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Jika seluruh pembuluh darah manusia disambung, panjangnya bisa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mengelilingi Bumi lebih dari 2 kali!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800725" y="3704183"/>
            <a:ext cx="6200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Ukuran jantung hanya sebesar kepalan tangan Anda.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800725" y="4247108"/>
            <a:ext cx="6200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Jantung memompa ~7.500 liter darah per hari.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800725" y="4790033"/>
            <a:ext cx="6200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Jantung adalah otot terkuat yang tak pernah lelah.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 rot="-10799845">
            <a:off x="-577950" y="5481061"/>
            <a:ext cx="13347900" cy="446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571500" y="3514725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71500" y="2943225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71500" y="294322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185046" y="3514725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185046" y="2943225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275212" y="3514725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275212" y="2943225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11610975" y="294322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71500" y="4191000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71500" y="3619500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1500" y="3619500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185046" y="4191000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185046" y="3619500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275212" y="4191000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5275212" y="3619500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11610975" y="3619500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571500" y="4867275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71500" y="4295775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571500" y="42957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185046" y="4867275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185046" y="4295775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275212" y="4867275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275212" y="4295775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11610975" y="42957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71500" y="5543550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71500" y="4972050"/>
            <a:ext cx="3613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571500" y="4972050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185046" y="5543550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185046" y="4972050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275212" y="5543550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275212" y="4972050"/>
            <a:ext cx="6345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11610975" y="4972050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 rot="-8943129">
            <a:off x="4255670" y="-2319538"/>
            <a:ext cx="13347975" cy="446407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 rot="-8943129">
            <a:off x="3190521" y="2107586"/>
            <a:ext cx="13347975" cy="321457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21"/>
          <p:cNvGraphicFramePr/>
          <p:nvPr/>
        </p:nvGraphicFramePr>
        <p:xfrm>
          <a:off x="571500" y="2190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{50F4FF3D-A036-4260-921A-8E151E66B17E}</a:tableStyleId>
              </a:tblPr>
              <a:tblGrid>
                <a:gridCol w="3613550"/>
                <a:gridCol w="1090175"/>
                <a:gridCol w="6345275"/>
              </a:tblGrid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Pernyataan Populer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Fakta Sebenarnya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11D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Penyakit jantung cuma buat lansia.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Gaya hidup buruk membuat usia muda juga sangat berisiko.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11D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Orang kurus pasti jantungnya sehat.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Lemak jahat (kolesterol) bisa menumpuk meski badan terlihat kurus.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11D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Tertawa baik untuk jantung.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FAKTA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Tertawa menurunkan stres dan membuat pembuluh darah lebih rileks.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11D4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Penyakit jantung bisa dicegah.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FAKTA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80% kasus jantung prematur bisa dicegah dengan hidup sehat.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21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Mitos vs Fakta Seputar Jantung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3492400" cy="2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552575"/>
            <a:ext cx="3492550" cy="2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552575"/>
            <a:ext cx="3492400" cy="2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04129"/>
            <a:ext cx="3492400" cy="2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4004129"/>
            <a:ext cx="3492550" cy="2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7675" y="1731736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826" y="1731736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5550" y="17317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31950" y="418328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7251" y="418328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5 Langkah Jantung Tetap Sehat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1587609" y="2417536"/>
            <a:ext cx="146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Pola Makan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952500" y="2893786"/>
            <a:ext cx="273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Kurangi garam, lemak jenuh, dan perbanyak serat.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5210740" y="2417536"/>
            <a:ext cx="177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Aktif Bergerak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4730650" y="2893786"/>
            <a:ext cx="27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Minimal 30 menit jalan cepat atau olahraga rutin.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9189065" y="2417536"/>
            <a:ext cx="137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Stop Rokok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8508950" y="2893786"/>
            <a:ext cx="273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Zat kimia rokok merusak dinding pembuluh darah.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1567606" y="4869089"/>
            <a:ext cx="150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Tidur Cukup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52500" y="5345339"/>
            <a:ext cx="273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Istirahat 7-8 jam membantu regenerasi jantung.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5365759" y="4869089"/>
            <a:ext cx="146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Kelola Stres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730650" y="5345339"/>
            <a:ext cx="27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Stres berlebih meningkatkan tekanan darah secara kronis.</a:t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 rot="8578442">
            <a:off x="4902023" y="4503947"/>
            <a:ext cx="13348070" cy="4464197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2487"/>
            <a:ext cx="52387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92487"/>
            <a:ext cx="52387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Ringkasan Poin Penting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952500" y="2273487"/>
            <a:ext cx="47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Inti Sistem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952500" y="2740212"/>
            <a:ext cx="4476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 ini terdiri dari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Jantung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Pembuluh Darah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dan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Darah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yang bekerja sama mengangkut oksigen serta nutrisi ke seluruh organ tubuh agar bisa berfungsi optimal.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6762750" y="2273487"/>
            <a:ext cx="47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Kesimpulan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6762750" y="2740212"/>
            <a:ext cx="4476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Kesehatan kardiovaskular adalah kunci kualitas hidup. Menjaga jantung sejak dini dengan gaya hidup sehat adalah investasi terbaik untuk masa depan Anda.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 rot="-10799768">
            <a:off x="-578103" y="5506001"/>
            <a:ext cx="13348200" cy="446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 flipH="1" rot="232">
            <a:off x="-556435" y="5036135"/>
            <a:ext cx="13348200" cy="379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9137" y="4964310"/>
            <a:ext cx="313372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1625" y="571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295275" y="228600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571500" y="3905250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Mari </a:t>
            </a:r>
            <a:r>
              <a:rPr lang="en-US" sz="2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jaga</a:t>
            </a: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kesehatan</a:t>
            </a:r>
            <a:r>
              <a:rPr b="0" i="0" lang="en-US" sz="24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jantung!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4719637" y="5173860"/>
            <a:ext cx="2752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Terima kasih atas perhatian Anda.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 rot="5400232">
            <a:off x="-7321187" y="534601"/>
            <a:ext cx="13348200" cy="446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6091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8895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7181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555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71500" y="205754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571500" y="3040409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571500" y="402327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571500" y="30308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571500" y="30308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571500" y="40137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571500" y="40137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571500" y="49966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71500" y="49966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 txBox="1"/>
          <p:nvPr/>
        </p:nvSpPr>
        <p:spPr>
          <a:xfrm>
            <a:off x="1666875" y="220042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elements-resized.envatousercontent.com/elements-video-cover-images/video-previews/d4f7a986-d55b-4098-910f-6c4a109fb4cf/CzfplJEIRdCt3qrIYfFY_Kindness%25201.jpg?w=500&amp;cf_fit=cover&amp;q=85&amp;format=auto&amp;s=41cd1634a36b356c88dbfbe84b2e8b9a445df7a3453331e5cf7efce781e9f15b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1666875" y="26442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elements.envato.com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1666875" y="318328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https://static.vecteezy.com/system/resources/thumbnails/007/608/427/small/3d-illustration-of-a-blood-clot-in-a-blood-vessel-showing-a-blocked-blood-flow-with-platelets-and-white-blood-cells-in-the-image-vector.jpg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666875" y="36270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666875" y="416614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https://media.istockphoto.com/id/1286314341/vector/flat-design-circulatory-system-infographic-illustration-vector.jpg?s=612x612&amp;w=0&amp;k=20&amp;c=5sgrogJkoHWKiWH65t0_JRzeqqrC4XLTXVBQsSTD5oI=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1666875" y="46099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1666875" y="514900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https://media.istockphoto.com/id/1058773300/vector/thank-you-lettering.jpg?s=612x612&amp;w=0&amp;k=20&amp;c=9ka9Za7DYKrKyCIptwnS2wZ0pooKj2L1ShYJI3mC3JU=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1666875" y="53947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